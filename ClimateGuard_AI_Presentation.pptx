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847088"/>
            <a:ext cx="3474720" cy="384048"/>
          </a:xfrm>
          <a:prstGeom prst="roundRect">
            <a:avLst/>
          </a:prstGeom>
          <a:solidFill>
            <a:srgbClr val="134E4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⚡ HACKATHON DEMO 2026 • BUILT WITH GEMINI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🌍 </a:t>
            </a:r>
            <a:r>
              <a:rPr dirty="0" err="1"/>
              <a:t>ClimateGuard</a:t>
            </a:r>
            <a:r>
              <a:rPr dirty="0"/>
              <a:t>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Multilingual, Location-Aware Climate Risk Information &amp; Emergency Preparedness Agent</a:t>
            </a:r>
          </a:p>
          <a:p>
            <a:pPr>
              <a:defRPr sz="1400">
                <a:solidFill>
                  <a:srgbClr val="F59E0B"/>
                </a:solidFill>
                <a:latin typeface="Segoe UI"/>
              </a:defRPr>
            </a:pPr>
            <a:r>
              <a:t>Protecting Lives Through Real-Time AI Intelligence &amp; Offline Disaster Resilience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931920"/>
            <a:ext cx="31089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40690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Segoe UI"/>
              </a:defRPr>
            </a:pPr>
            <a:r>
              <a:t>7 Indian Languages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EN, TE, HI, TA, KN, ML, MR with Instant Translation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931920"/>
            <a:ext cx="31089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40690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Segoe UI"/>
              </a:defRPr>
            </a:pPr>
            <a:r>
              <a:t>6 Climate Hazards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Deterministic 0-100 Multi-Hazard Scoring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1089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406908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  <a:latin typeface="Segoe UI"/>
              </a:defRPr>
            </a:pPr>
            <a:r>
              <a:t>10 Verified Helplines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ERSS 112, NDRF 1078, SDMA 1070 &amp; Direct Speed Dial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76A34B-248C-40DD-D33C-9C200F78966B}"/>
              </a:ext>
            </a:extLst>
          </p:cNvPr>
          <p:cNvSpPr txBox="1"/>
          <p:nvPr/>
        </p:nvSpPr>
        <p:spPr>
          <a:xfrm>
            <a:off x="3544529" y="1152144"/>
            <a:ext cx="6784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rPr lang="en-IN" sz="1600" dirty="0"/>
              <a:t>🌍 St. Ann’s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THE CHALLENGE • CLIMATE VULNERABILITY IN INDIA</a:t>
            </a:r>
          </a:p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India's Climate Crisis: Are We Truly Prepared?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3063240" cy="7772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🌊 Floods &amp; Inundations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2,500+ Deaths Annually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Flash floods and monsoon cloudbursts displace over 30 million citizens each year. Most rural and peri-urban communities receive zero localized, actionable advance warning before drainage systems overflow.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737360"/>
            <a:ext cx="3063240" cy="7772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🌡️ Extreme Heatwaves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4,000+ Fatalities Yearly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060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Summer temperatures consistently breach 45°C–49°C across central and northern India. Vulnerable outdoor workers, farmers, and elderly citizens have no personalized hydration or shelter advisories.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93024" y="1737360"/>
            <a:ext cx="30632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  <a:latin typeface="Segoe UI"/>
              </a:defRPr>
            </a:pPr>
            <a:r>
              <a:t>🌀 Coastal Cyclones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7,500 km Coastal Vulnerability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0604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Severe cyclonic storms cause billions in infrastructure loss. Evacuation shelters exist, but citizens lack real-time GPS navigation to nearest shelters in their native regional language during blackouts.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725912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92400E"/>
                </a:solidFill>
                <a:latin typeface="Segoe UI"/>
              </a:defRPr>
            </a:pPr>
            <a:r>
              <a:t>⚠️ THE CRITICAL GAP: LANGUAGE BARRIER &amp; CONNECTIVITY BLACKOUTS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Existing disaster apps are English-only and crash when mobile towers fail. ClimateGuard AI solves this with 7 Indian languages, offline PWA caching, and local emergency broadcast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INNOVATION ARCHITECTURE • THE SOLUTION</a:t>
            </a:r>
          </a:p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Introducing ClimateGuard AI</a:t>
            </a:r>
          </a:p>
          <a:p>
            <a:pPr>
              <a:defRPr sz="1400">
                <a:solidFill>
                  <a:srgbClr val="06B6D4"/>
                </a:solidFill>
                <a:latin typeface="Segoe UI"/>
              </a:defRPr>
            </a:pPr>
            <a:r>
              <a:t>One Platform. Every Climate Hazard. In Your Mother Tongue. At Your Exact 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🤖 Gemini 2.0 AI + RAG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Context-aware reasoning backed by ChromaDB vector store of official NDMA disaster circulars.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Deterministic Risk Engine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0–100 multi-hazard scoring using real-time Open-Meteo meteorological thresholds, not guesswork.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🗺️ Live GIS Safe Havens Map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Automated discovery of nearby relief shelters, hospitals, and fire units with distance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7 Native Indian Languages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Complete UI and conversational AI support in Telugu, Hindi, Tamil, Kannada, Malayalam, Marathi &amp;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56616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🚨 1-Tap Emergency SOS &amp; 112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Instant GPS coordinates capture, direct 112 dialing, WhatsApp location share, and contact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566160"/>
            <a:ext cx="342900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📴 Offline-First PWA Resilience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Service worker and IndexedDB caching ensure essential survival checklists work during cellular blackout.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10725912" cy="640080"/>
          </a:xfrm>
          <a:prstGeom prst="roundRect">
            <a:avLst/>
          </a:prstGeom>
          <a:solidFill>
            <a:srgbClr val="134E4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✅ Free Open-Meteo API (Zero API Cost)  •  ✅ Zero Cloud Dependency for SQLite  •  ✅ Real-time Device Audio Alarms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SYSTEM CAPABILITIES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12 Production-Grade Features in One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🌤️ Live Weather Data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Real-time temp, humidity, wind, rainfall via Open-Meteo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2468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56432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📊 0-100 Risk Scoring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Additive multi-hazard deterministic scoring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32588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1344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🗺️ Interactive GIS Map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Leaflet GIS with 4 tile layers &amp; GPS radar pulse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32588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06256" y="128016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🚨 1-Tap SOS Modal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Captures GPS, dials 112, dispatches SMS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1325880"/>
            <a:ext cx="24688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📞 10 Govt Helplines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ERSS 112, NDRF 1078, SDMA 1070 with 1-tap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59"/>
            <a:ext cx="24688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56432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Safe Places Finder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Finds nearby hospitals, cyclone shelters &amp; fire units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2152" y="2880359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1344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🤖 Gemini RAG AI Chat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Context-rich safety advice citing official NDMA circulars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2880359"/>
            <a:ext cx="24688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06256" y="2834639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🌐 7 Native Languages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Full i18n dictionaries for EN, TE, HI, TA, KN, ML, MR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1976" y="2880359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📋 NDMA Checklists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Interactive preparedness progress tracker per hazard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3484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456432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📴 Offline PWA Mode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Service Worker + IndexedDB keeps app functioning offline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2152" y="4434840"/>
            <a:ext cx="24688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81344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🔊 Emergency Audio Alarms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Web Audio API synthesized 880Hz siren + device vibration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4434840"/>
            <a:ext cx="24688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06256" y="438912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🖨️ Print Briefing Sheet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Generates clean A4 emergency dispatch evacuation summary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1976" y="443484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Segoe UI"/>
              </a:defRPr>
            </a:pPr>
            <a:r>
              <a:t>METEOROLOGICAL HEURISTICS &amp; VALIDATED THRESHOLDS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Deterministic Multi-Hazard Risk Scoring Engine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Scores range from 0 to 100 based on physical thresholds published by IMD, NDMA, and WMO.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🌊 Flood Risk   |   Precipitation &gt;50mm/hr (+50pts) • Soil Saturation &gt;0.40 (+15pts) • 24h Rain Forecast &gt;100mm (+40pts)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Open-Meteo &amp; IMD Rain Gauge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🌡️ Heatwave Risk   |   Temp &gt;44°C (+50pts) • Feels-Like &gt;45°C (+40pts) • UV Index &gt;10 (+15pts) • Low Humidity Compound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IMD Heat Action Plan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🌀 Cyclone Risk   |   Sustained Winds &gt;90 km/h (+60pts) • Gusts &gt;105 km/h (+30pts) • Surface Pressure &lt;990 hPa (+15pts)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NDRF Cyclone Category Standard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⚡ Lightning Storm   |   WMO Code 99 (Violent Thunderstorm + Hail) (+80pts) • WMO Code 96 (+70pts) • Code 95 (+60pts)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WMO Standard Weather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🌾 Drought Risk   |   Zero Precipitation + Soil Moisture &lt;0.08 (+65pts) • Temperature &gt;38°C (+25pts) • 7-day Dry Forecast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IMD Meteorological Drought Indices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725912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🔥 Wildfire Risk   |   Compound Triple Trigger: Temp &gt;36°C + Humidity &lt;20% + Wind &gt;25 km/h (+75pts)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Source Standard: Canadian Fire Weather / NDMA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ARTIFICIAL INTELLIGENCE &amp; RETRIEVAL-AUGMENTED GENERATION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Gemini 2.0 Flash + ChromaDB RAG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7548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Interactive RAG Pipeline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1. User Query in Native Language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Query submitted in Telugu, Hindi, Tamil, etc.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2. Location &amp; Risk Injection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Latitude/longitude and active 0-100 risk score appended to context.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3. ChromaDB Vector Similarity Search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Matches official NDMA Standard Operating Procedures embeddings.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4. Safe Places Geospatial Context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Nearby shelters, hospital phone numbers and distances injected.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5. Gemini 2.0 Flash Reasoning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Synthesizes life-safety directions in structured format.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6. 4-Part Structured Response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Delivers WHY / WHAT / WHERE / WHO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WHY (Hazard Diagnostics):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Severe Cyclone Warning: Sustained gale-force winds of 95 km/h with heavy storm surge expected along coastal areas in the next 4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42032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WHAT (Protective Actions):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Evacuate basement floors immediately. Turn off main circuit breaker. Secure all rooftop tin sheets. Keep transistor radio tuned to 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712464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WHERE (Safe Havens &amp; Shelters):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GHMC Cyclone Relief Shelter, MVP Colony — 2.4 km away (Walking: 28 min, Driving: 8 min). Ph: 0891-2564890. Capacity: 500 persons.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882896"/>
            <a:ext cx="56692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WHO (Emergency Helpline Dispatch):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Call ERSS 112 for general distress. Call NDRF Control Room 1078 for flood boat rescue. SDMA Control: 1070.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RAPID LIFE-SAFETY DISPATCH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⚡ Instant Emergency Response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EF4444"/>
                </a:solidFill>
                <a:latin typeface="Segoe UI"/>
              </a:defRPr>
            </a:pPr>
            <a:r>
              <a:t>🆘 1-Tap SOS Emergency Modal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📍 Instant GPS Precision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Auto-captures exact latitude, longitude, reverse-geocoded city, and Google Maps pin link.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📞 Direct 112 Speed Dial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One-click connection to MHA Emergency Response Support System (ERSS) with zero typing.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💬 WhatsApp &amp; SMS Broadcast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Pre-formats an emergency distress message with coordinates for immediate family dispatch.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👥 Trusted Contacts Network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Notifies enrolled emergency contacts with active hazard status and severity level.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🔊 Audible Alert Chime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Synthesizes an 880Hz emergency alarm and triggers device vibration on mobile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E3A8A"/>
                </a:solidFill>
                <a:latin typeface="Segoe UI"/>
              </a:defRPr>
            </a:pPr>
            <a:r>
              <a:t>📞 Verified Government Helplines Directory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112  —  Emergency Response Support System (ERSS) (All-in-One National Emergency)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1078  —  NDRF Control Room (Flood Boat Rescue &amp; Disaster Specialists)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1070  —  State Disaster Management (SDMA) (State Emergency Operations Center)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1077  —  District Disaster Management (DDMA) (District Collectorate Control)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108  —  Emergency Ambulance (Free Critical Medical Transport)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101  —  Fire Brigade Control Room (Fire &amp; Structural Collapse Rescue)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100  —  Police Emergency Control (Law &amp; Order, Crowd Evacuation)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☎ 1091  —  Women's Safety Helpline (24/7 Female Distress &amp; Shelter Support)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INCLUSIVE DISASTER COMMUNICATION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🌐 7 Indian Languages — Full Native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Segoe UI"/>
              </a:defRPr>
            </a:pPr>
            <a:r>
              <a:t>English (English) • [EN]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"Severe Flood Warning — Evacuate to high ground immediately"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తెలుగు (Telugu) • [TE]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"తీవ్రమైన వరద హెచ్చరిక — తక్షణమే ఎత్తైన ప్రదేశాలకు వెళ్ళండి"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हिन्दी (Hindi) • [HI]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"गंभीर बाढ़ की चेतावनी — तुरंत सुरक्षित ऊंचाई वाले स्थान पर जाएं"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6032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தமிழ் (Tamil) • [TA]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"கடுமையான வெள்ள எச்சரிக்கை — உடனடியாக பாதுகாப்பான பகுதிக்கு செல்லுங்கள்"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7C3AED"/>
                </a:solidFill>
                <a:latin typeface="Segoe UI"/>
              </a:defRPr>
            </a:pPr>
            <a:r>
              <a:t>ಕನ್ನಡ (Kannada) • [KN]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"ತೀವ್ರ ಪ್ರವಾಹ ಎಚ್ಚರಿಕೆ — ತಕ್ಷಣ ಸುರಕ್ಷಿತ ಎತ್ತರದ ಪ್ರದೇಶಕ್ಕೆ ತೆರಳಿ"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മലയാളം (Malayalam) • [ML]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"കടുത്ത വെള്ളപ്പൊക്ക മുന്നറിയിപ്പ് — ഉടൻ തന്നെ സുരക്ഷിത സ്ഥാനത്തേക്ക് മാറുക"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52578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मराठी (Marathi) • [MR]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"तीव्र पूर चेतावणी — त्वरित सुरक्षित उंच जागी जावे"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✅ COMPLETE LOCALIZATION • 60+ TRANSLATION KEYS PER LANGUAGE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Language changes instantly dynamically updates document.documentElement.lang for screen readers, and prompts Gemini to respond natively in the selected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GEOSPATIAL EVACUATION LOGISTICS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🗺️ Real-Time GIS Evacuation &amp; Safe Havens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GIS Mapping Engine Features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📍 Custom HTML DivIcon Markers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Distinct color-coded pins for hospitals (🏥), cyclone shelters (🌀), fire units (🚒), and police stations (🚓).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⭕ Dynamic 6km Risk Perimeter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Color-coded circle (green, yellow, orange, red) displaying current localized threat zone around GPS location.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🌐 4 Tile Layer Providers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Instant switching between OpenStreetMap, CartoDB Light, CartoDB Dark, and OpenTopoMap topography.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🎯 FlyTo Recenter Navigation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Smoothly animates camera back to user GPS coordinates upon request.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🖨️ A4 Emergency Briefing Export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   Print-optimized CSS hides navigation bars to generate official emergency dispatch briefing 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Discovered Emergency Facilities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King George Hospital (KGH)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🏥 Hospital • 1.2 km away  |  Walk: 15 min | Drive: 4 min | Ph: 0891-2564891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GHMC Cyclone Relief Shelter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🌀 Cyclone Shelter • 2.4 km away  |  Walk: 28 min | Drive: 8 min | Ph: 0891-2564890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Suryabagh Fire &amp; Rescue Unit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🚒 Fire Station • 1.8 km away  |  Walk: 22 min | Drive: 5 min | Ph: 101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Two Town Police Control Room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🚓 Police Control • 0.9 km away  |  Walk: 11 min | Drive: 3 min | Ph: 100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Red Cross Disaster Camp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🛡️ Emergency Shelter • 3.1 km away  |  Walk: 36 min | Drive: 10 min | Ph: 0891-2748920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SOFTWARE ARCHITECTURE &amp; DEPENDENCIES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🛠️ Modern Full-Stack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FRONTEND ECOSYSTEM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React 18 + Vite 8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High-performance modular SPA build in &lt;800ms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Tailwind CSS 4.3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Modern responsive utility styling &amp; animations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Leaflet 1.9 &amp; React-Leaflet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Interactive GIS maps with custom HTML divIcons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Recharts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Multi-hazard threat distribution bar charts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Service Worker PWA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Offline network-first and stale-while-revalidate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IndexedDB Cache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Local persistence of weather, risk &amp;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BACKEND ARCHITECTURE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FastAPI (Python 3.10)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Asynchronous high-throughput REST API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SQLAlchemy ORM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11 database models with relational integrity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SQLite (PostgreSQL-Ready)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Zero-configuration local database for hackathons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JWT Security &amp; Bcrypt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Role-based authentication &amp; encrypted profiles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Gemini 2.0 Flash API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Multilingual reasoning &amp; prompt engineering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ChromaDB Vector Store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In-process vector database with MiniLM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DATA &amp; GEOSPATIAL SERVICES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Open-Meteo Weather API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Free hourly/daily weather with zero API keys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Nominatim OpenStreetMap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Reverse geocoding from GPS coordinates to city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OSM Overpass API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Live emergency hospital/fire/shelter discovery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NDMA India Safety Circulars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Authoritative disaster checklists &amp; actions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IMD Meteorological Standards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Calibrated hazard thresholds for rainfall &amp; heat</a:t>
            </a:r>
          </a:p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• MHA ERSS 112 Directory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Verified emergency government helpline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Segoe UI"/>
              </a:defRPr>
            </a:pPr>
            <a:r>
              <a:t>END-TO-END DATA FLOW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System Architecture — 3-Zone Workspace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591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1. REACT 18 PWA CLIENT (PORT 5173)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3-Panel Layout: Sidebar (Location &amp; Nav)  |  Main Working Area (Scenario Selector, WeatherCard, 6 Risk Gauges, Charts, Visual Guides)  |  Right Panel (AI Safety Chat, Alerts, 112 Speed Dial). Offline support via Service Worker &amp; IndexedDB.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591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FASTAPI BACKEND &amp; 14 ROUTERS (PORT 8000)</a:t>
            </a:r>
          </a:p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Routers: /api/weather • /api/risk • /api/safe-places • /api/helplines • /api/trusted-contacts • /api/alerts • /api/chat • /api/checklists • /api/auth • /api/profile • /api/notifications • /api/health (20+ REST Endpoints with Pydantic v2 schemas).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1072591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Segoe UI"/>
              </a:defRPr>
            </a:pPr>
            <a:r>
              <a:t>3. AI AGENT, RAG VECTOR STORE &amp; PERSISTENCE LAYER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• Gemini 2.0 Flash AI Agent with 7-language prompting</a:t>
            </a:r>
            <a:br/>
            <a:r>
              <a:t>• ChromaDB In-Process Vector Database with 12 NDMA/IMD official safety documents</a:t>
            </a:r>
            <a:br/>
            <a:r>
              <a:t>• SQLite Zero-Config Database with 11 relational tables (User, Location, RiskAssessment, Alert, SafePlace, Helpline, etc.)</a:t>
            </a:r>
            <a:br/>
            <a:r>
              <a:t>• External APIs: Open-Meteo (Weather), Nominatim (Geocoding), OSM Overpass (Emergency Facilities)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VERIFICATION &amp; LIVE TESTING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🎯 7 Interactive Climate Scenarios &amp; Test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🌊 Flood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88/100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62mm/hr rainfall, soil saturation 0.48, active flood warning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🌡️ Heatwave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92/100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46.2°C ambient, 49°C feels-like, UV 11+, hydration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🌀 Cyclone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96/100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115 km/h winds, 982 hPa pressure, coastal evacuation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⚡ Lightning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80/100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WMO Code 99 violent thunderstorm, indoor shelter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429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🌾 Drought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78/100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0mm rain, 0.05 soil moisture, agricultural advisory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108960"/>
            <a:ext cx="3429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🔥 Wildfire Simulator</a:t>
            </a:r>
          </a:p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Score: 82/100 (Severe)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38°C temp + 15% humidity + 32 km/h wind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108960"/>
            <a:ext cx="34290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🌤️ Normal Weather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Score: 12/100 (Low)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28°C pleasant conditions, routine readiness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5912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🏆 AUTOMATED QA &amp; VERIFICATION METRICS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8/8 Backend Unit Tests PASSED (Pytest test_climate_system.py)</a:t>
            </a:r>
            <a:br/>
            <a:r>
              <a:t>• 732 Frontend Modules Built with ZERO Errors (Vite build in 786ms)</a:t>
            </a:r>
            <a:br/>
            <a:r>
              <a:t>• &lt;1.0 Second End-to-End Multi-Hazard Risk Scoring &amp; Safe Places Discovery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SOCIAL IMPACT &amp; FUTURE ROADMAP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📈 Scalability, Beneficiaries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Target Beneficiaries in India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👨‍🌾 150M+ Farming Families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Localized drought, frost &amp; heatwave advisories for crop protection.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🏖️ 7,500 km Coastal Communities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Early cyclone and storm-surge evacuation warnings in Telugu, Tamil &amp; Malayalam.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🏘️ Peri-Urban &amp; Slum Inhabitants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Flash flood and waterlogging alerts before storm drains flood.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👴 Elderly &amp; Priority Care Groups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Direct emergency dispatch and family notification during temperature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2026–2027 Engineering Roadmap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Q3 2026: Twilio WhatsApp Bot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Citizens can query risks and receive severe alerts directly on WhatsApp without opening the app.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Q4 2026: Satellite AI Vision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Integration of Sentinel-2 satellite imagery for AI-based flood inundation segmentation.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Q1 2027: CAP Integration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Direct ingestion of NDMA Common Alerting Protocol (CAP) broadcast feeds.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🚀 Q2 2027: React Native App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   Native mobile build for Android &amp; iOS with background GPS geofence alerts.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🌍 ClimateGuard AI • Hackathon Edition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🌍 ClimateGuard AI</a:t>
            </a:r>
          </a:p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"Protecting Every Life. In Every Language. At Every Location."</a:t>
            </a:r>
          </a:p>
          <a:p>
            <a:pPr algn="ctr">
              <a:defRPr sz="1400">
                <a:solidFill>
                  <a:srgbClr val="F59E0B"/>
                </a:solidFill>
                <a:latin typeface="Segoe UI"/>
              </a:defRPr>
            </a:pPr>
            <a:r>
              <a:t>A Multilingual, Location-Aware Climate Risk &amp; Emergency Preparedness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657600"/>
            <a:ext cx="3108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💻 Full Source Code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Complete React 18 + FastAPI + SQLite Project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108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🌐 Live Demo URLs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Frontend: localhost:5173  |  Backend Docs: localhost:8000/docs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657600"/>
            <a:ext cx="3108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🏆 Built For</a:t>
            </a:r>
          </a:p>
          <a:p>
            <a:pPr algn="ctr">
              <a:defRPr sz="1100">
                <a:solidFill>
                  <a:srgbClr val="CBD5E1"/>
                </a:solidFill>
                <a:latin typeface="Segoe UI"/>
              </a:defRPr>
            </a:pPr>
            <a:r>
              <a:t>National Student Hackathon 2026 • AI For Social Good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2808</Words>
  <Application>Microsoft Office PowerPoint</Application>
  <PresentationFormat>Widescreen</PresentationFormat>
  <Paragraphs>299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ashok kumar bommineni</cp:lastModifiedBy>
  <cp:revision>2</cp:revision>
  <dcterms:created xsi:type="dcterms:W3CDTF">2013-01-27T09:14:16Z</dcterms:created>
  <dcterms:modified xsi:type="dcterms:W3CDTF">2026-09-19T04:18:51Z</dcterms:modified>
  <cp:category/>
</cp:coreProperties>
</file>